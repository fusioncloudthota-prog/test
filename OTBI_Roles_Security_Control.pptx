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t>OTBI Roles &amp; Security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t>1. OTBI Role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743200" cy="62179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73158" y="1435607"/>
            <a:ext cx="6941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Pers</a:t>
            </a:r>
            <a:r>
              <a:rPr lang="en-US" dirty="0"/>
              <a:t>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91840" y="1325880"/>
            <a:ext cx="1234440" cy="62179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46704" y="1435607"/>
            <a:ext cx="11247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79" y="1325880"/>
            <a:ext cx="2011680" cy="62179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3" y="1435607"/>
            <a:ext cx="1901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 / Edit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25880"/>
            <a:ext cx="2286000" cy="62179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2824" y="1435607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Shared 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325880"/>
            <a:ext cx="1920240" cy="62179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78824" y="1435607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 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47672"/>
            <a:ext cx="2743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3" y="2057400"/>
            <a:ext cx="2633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BI Consumer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947672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46704" y="2057400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9" y="1947672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1143" y="2057400"/>
            <a:ext cx="1901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947672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2824" y="2057400"/>
            <a:ext cx="21762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947672"/>
            <a:ext cx="1920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78824" y="2057400"/>
            <a:ext cx="1810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69464"/>
            <a:ext cx="2743200" cy="62179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3" y="2679192"/>
            <a:ext cx="2633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Consumer + Limited Author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569464"/>
            <a:ext cx="1234440" cy="62179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46704" y="2679192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79" y="2569464"/>
            <a:ext cx="2011680" cy="62179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1143" y="2679192"/>
            <a:ext cx="1901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Limited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569464"/>
            <a:ext cx="2286000" cy="62179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92824" y="2679192"/>
            <a:ext cx="21762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Specific folders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2569464"/>
            <a:ext cx="1920240" cy="62179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78824" y="2679192"/>
            <a:ext cx="1810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91256"/>
            <a:ext cx="2743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3" y="3300984"/>
            <a:ext cx="2633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BI Author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191256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46704" y="3300984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79" y="3191256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81143" y="3300984"/>
            <a:ext cx="1901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191256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98295" y="3300984"/>
            <a:ext cx="9653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rPr lang="en-US" dirty="0"/>
              <a:t>Read/Write</a:t>
            </a:r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8823960" y="3191256"/>
            <a:ext cx="1920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78824" y="3300984"/>
            <a:ext cx="1810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rPr lang="en-US" dirty="0"/>
              <a:t>N</a:t>
            </a:r>
            <a:r>
              <a:rPr dirty="0"/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854739"/>
            <a:ext cx="2743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3503" y="3925134"/>
            <a:ext cx="2633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BI Administrator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3854736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46704" y="3934968"/>
            <a:ext cx="11247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79" y="3854737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81143" y="3964465"/>
            <a:ext cx="1901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3854737"/>
            <a:ext cx="22860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92824" y="3964465"/>
            <a:ext cx="21762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Full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3854737"/>
            <a:ext cx="1920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78824" y="3964465"/>
            <a:ext cx="1810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8136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dirty="0"/>
              <a:t>2. When a BI Consumer Needs to Make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971800" cy="658368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36245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BI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134416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30759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Read-only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2971800" cy="658368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Custom Limited Author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30428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6771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Example: OTBI_AP_LIMITED_AUTHOR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54680"/>
            <a:ext cx="2971800" cy="658368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8269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Subject Area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32644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278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Only required Finance subject areas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2971800" cy="658368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24281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Catalog Folder Permission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422452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8795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Write only to approved module/team folders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2971800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0293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Fusion Data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14807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Existing BU / Ledger / Data Access restrictions remain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t>3. Recommended Custom Folder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1"/>
            <a:ext cx="5394960" cy="2194560"/>
          </a:xfrm>
          <a:prstGeom prst="round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036135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Aptos Mono"/>
              </a:defRPr>
            </a:pPr>
            <a:r>
              <a:rPr dirty="0"/>
              <a:t>Shared Folders</a:t>
            </a:r>
            <a:br>
              <a:rPr dirty="0"/>
            </a:br>
            <a:r>
              <a:rPr dirty="0"/>
              <a:t>└── Custom</a:t>
            </a:r>
            <a:br>
              <a:rPr dirty="0"/>
            </a:br>
            <a:r>
              <a:rPr dirty="0"/>
              <a:t>    └── Finance</a:t>
            </a:r>
            <a:br>
              <a:rPr dirty="0"/>
            </a:br>
            <a:r>
              <a:rPr dirty="0"/>
              <a:t>        </a:t>
            </a:r>
            <a:r>
              <a:rPr lang="en-US" dirty="0"/>
              <a:t> </a:t>
            </a:r>
            <a:r>
              <a:rPr dirty="0"/>
              <a:t>── AP</a:t>
            </a:r>
            <a:br>
              <a:rPr dirty="0"/>
            </a:br>
            <a:r>
              <a:rPr dirty="0"/>
              <a:t>        </a:t>
            </a:r>
            <a:r>
              <a:rPr lang="en-US" dirty="0"/>
              <a:t> </a:t>
            </a:r>
            <a:r>
              <a:rPr dirty="0"/>
              <a:t>── AR</a:t>
            </a:r>
            <a:br>
              <a:rPr dirty="0"/>
            </a:br>
            <a:r>
              <a:rPr dirty="0"/>
              <a:t>        </a:t>
            </a:r>
            <a:r>
              <a:rPr lang="en-US" dirty="0"/>
              <a:t> </a:t>
            </a:r>
            <a:r>
              <a:rPr dirty="0"/>
              <a:t>── GL</a:t>
            </a:r>
            <a:br>
              <a:rPr dirty="0"/>
            </a:br>
            <a:r>
              <a:rPr dirty="0"/>
              <a:t>        </a:t>
            </a:r>
            <a:r>
              <a:rPr lang="en-US" dirty="0"/>
              <a:t> </a:t>
            </a:r>
            <a:br>
              <a:rPr dirty="0"/>
            </a:br>
            <a:r>
              <a:rPr dirty="0"/>
              <a:t>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t>4. Folder-Level Security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Grant write access only where the user's responsibilities require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2834640" cy="71323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6362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417320"/>
            <a:ext cx="1508760" cy="71323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56362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Consumer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417320"/>
            <a:ext cx="2057400" cy="71323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4920" y="156362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Limited Author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1828800" cy="71323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156362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 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417320"/>
            <a:ext cx="1508760" cy="713232"/>
          </a:xfrm>
          <a:prstGeom prst="rect">
            <a:avLst/>
          </a:prstGeom>
          <a:solidFill>
            <a:srgbClr val="1F37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56362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 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30552"/>
            <a:ext cx="2834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276856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AP / AR / GL / 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130552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276856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130552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2276856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Module-specific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13055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276856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Assigned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2130552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0" y="2276856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43784"/>
            <a:ext cx="283464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990088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Development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843784"/>
            <a:ext cx="150876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2990088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Optional Read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843784"/>
            <a:ext cx="205740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2990088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 / Write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843784"/>
            <a:ext cx="182880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299008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 / Write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843784"/>
            <a:ext cx="150876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0" y="2990088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Full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557015"/>
            <a:ext cx="2834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370332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UAT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557015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3703320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557015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74920" y="370332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Limited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557015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3703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 / Write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3557015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0" y="3703320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Full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270248"/>
            <a:ext cx="283464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4165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Production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4270248"/>
            <a:ext cx="150876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66160" y="4416552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4270248"/>
            <a:ext cx="205740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4920" y="441655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4270248"/>
            <a:ext cx="182880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32320" y="44165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Restricted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4270248"/>
            <a:ext cx="1508760" cy="713232"/>
          </a:xfrm>
          <a:prstGeom prst="rect">
            <a:avLst/>
          </a:prstGeom>
          <a:solidFill>
            <a:schemeClr val="bg1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61120" y="4416552"/>
            <a:ext cx="1417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</a:defRPr>
            </a:pPr>
            <a:r>
              <a:t>Full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Example roles: OTBI_AP_AUTHOR, OTBI_AR_AUTHOR, OTBI_GL_AUTHOR, OTBI_FA_AUTHOR.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88136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232</Words>
  <Application>Microsoft Office PowerPoint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Thota</cp:lastModifiedBy>
  <cp:revision>6</cp:revision>
  <dcterms:created xsi:type="dcterms:W3CDTF">2013-01-27T09:14:16Z</dcterms:created>
  <dcterms:modified xsi:type="dcterms:W3CDTF">2026-10-02T02:14:49Z</dcterms:modified>
  <cp:category/>
</cp:coreProperties>
</file>